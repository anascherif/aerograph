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57800" y="1188720"/>
            <a:ext cx="1645920" cy="164592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792724" y="1723644"/>
            <a:ext cx="576072" cy="576072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982005" y="1912925"/>
            <a:ext cx="197510" cy="19751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-100" kern="0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AeroGraph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371600" y="402336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spatial-temporal memory engine for visually impaired users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53035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Innovation Challenge 2026  ·  Devpost  ·  August 1,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5943600"/>
            <a:ext cx="5760720" cy="36576"/>
          </a:xfrm>
          <a:prstGeom prst="RECTANGL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6858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4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28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people worldwide live with significant visual impairment (WHO).
</a:t>
            </a:r>
            <a:endParaRPr lang="en-US" sz="4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sighted person, walking into a room tells you everything: where the furniture is, what changed since yesterday, where you left your keys.
</a:t>
            </a:r>
            <a:endParaRPr lang="en-US" sz="4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blind or low-vision person, every visit is a fresh scan — there is no "memory of space." Objects move. Hazards appear. The environment changes silently.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8503920" y="1188720"/>
            <a:ext cx="914400" cy="91440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8801100" y="1485900"/>
            <a:ext cx="320040" cy="32004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8906256" y="1591056"/>
            <a:ext cx="109728" cy="109728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3774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253 million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772400" y="2926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visually impaired globally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(WHO, 2023)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body-worn camera + on-device spatial graph + voice interface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continuous photographic memory of the user's environment.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560320" cy="3200400"/>
          </a:xfrm>
          <a:prstGeom prst="ROUNDED_RECTANGLE">
            <a:avLst>
              <a:gd name="adj" fmla="val 7143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DETECT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ONNX pipeline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49 COCO classes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 FPS on CPU only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286000"/>
            <a:ext cx="2560320" cy="3200400"/>
          </a:xfrm>
          <a:prstGeom prst="ROUNDED_RECTANGLE">
            <a:avLst>
              <a:gd name="adj" fmla="val 7143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GRAPH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encoding into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+ locations + time.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3200400"/>
          </a:xfrm>
          <a:prstGeom prst="ROUNDED_RECTANGLE">
            <a:avLst>
              <a:gd name="adj" fmla="val 7143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QUERY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RAG via NVIDIA NIM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STT fallback).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I leave X?"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61120" y="2286000"/>
            <a:ext cx="2560320" cy="3200400"/>
          </a:xfrm>
          <a:prstGeom prst="ROUNDED_RECTANGLE">
            <a:avLst>
              <a:gd name="adj" fmla="val 7143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RESPOND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98280" y="30175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SAPI5 TTS (English voice).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sends alert to family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don't respond.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— $0 budget, CPU-only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754880" cy="1554480"/>
          </a:xfrm>
          <a:prstGeom prst="ROUNDED_RECTANGLE">
            <a:avLst>
              <a:gd name="adj" fmla="val 8824"/>
            </a:avLst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612648" y="1389888"/>
            <a:ext cx="329184" cy="32918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719633" y="1496873"/>
            <a:ext cx="115214" cy="11521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757489" y="1534729"/>
            <a:ext cx="39502" cy="39502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(ONNX Runtime)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classes, ~0.3s per frame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754880" cy="1554480"/>
          </a:xfrm>
          <a:prstGeom prst="ROUNDED_RECTANGLE">
            <a:avLst>
              <a:gd name="adj" fmla="val 8824"/>
            </a:avLst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12648" y="3218688"/>
            <a:ext cx="329184" cy="32918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15" name="Shape 13"/>
          <p:cNvSpPr/>
          <p:nvPr/>
        </p:nvSpPr>
        <p:spPr>
          <a:xfrm>
            <a:off x="719633" y="3325673"/>
            <a:ext cx="115214" cy="11521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57489" y="3363529"/>
            <a:ext cx="39502" cy="39502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Memory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520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Location-aware embeddings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43600" y="1188720"/>
            <a:ext cx="4754880" cy="1554480"/>
          </a:xfrm>
          <a:prstGeom prst="ROUNDED_RECTANGLE">
            <a:avLst>
              <a:gd name="adj" fmla="val 8824"/>
            </a:avLst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9048" y="1389888"/>
            <a:ext cx="329184" cy="32918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6033" y="1496873"/>
            <a:ext cx="115214" cy="11521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3889" y="1534729"/>
            <a:ext cx="39502" cy="39502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16916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asyncio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notifier bus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0" y="3017520"/>
            <a:ext cx="4754880" cy="1554480"/>
          </a:xfrm>
          <a:prstGeom prst="ROUNDED_RECTANGLE">
            <a:avLst>
              <a:gd name="adj" fmla="val 8824"/>
            </a:avLst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9048" y="3218688"/>
            <a:ext cx="329184" cy="32918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7" name="Shape 25"/>
          <p:cNvSpPr/>
          <p:nvPr/>
        </p:nvSpPr>
        <p:spPr>
          <a:xfrm>
            <a:off x="6206033" y="3325673"/>
            <a:ext cx="115214" cy="11521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243889" y="3363529"/>
            <a:ext cx="39502" cy="39502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9" name="Text 27"/>
          <p:cNvSpPr/>
          <p:nvPr/>
        </p:nvSpPr>
        <p:spPr>
          <a:xfrm>
            <a:off x="65836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83680" y="3520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+ React 19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v4, shadcn/ui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943600" y="4846320"/>
            <a:ext cx="4754880" cy="1554480"/>
          </a:xfrm>
          <a:prstGeom prst="ROUNDED_RECTANGLE">
            <a:avLst>
              <a:gd name="adj" fmla="val 8824"/>
            </a:avLst>
          </a:prstGeom>
          <a:solidFill>
            <a:srgbClr val="F0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6099048" y="5047488"/>
            <a:ext cx="329184" cy="32918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33" name="Shape 31"/>
          <p:cNvSpPr/>
          <p:nvPr/>
        </p:nvSpPr>
        <p:spPr>
          <a:xfrm>
            <a:off x="6206033" y="5154473"/>
            <a:ext cx="115214" cy="11521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3889" y="5192329"/>
            <a:ext cx="39502" cy="39502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4983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83680" y="53492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 (Groq)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SAPI5 TTS (English)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run locally. No GPU required. No cloud costs.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live detection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10332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feed, annotated in real time
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draws bounding boxes around detected objects:
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8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"Door ahead, 2 metres. Desk to your left. Chair behind you."
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object classes  ·  5 FPS on CPU  ·  60+ sessions stored
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Body-worn camera  ·  User never in frame  ·  TTS speaks positions aloud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environment change detection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return visit: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keys moved 1.2 metres to the right of the desk."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846320" cy="3474720"/>
          </a:xfrm>
          <a:prstGeom prst="ROUNDED_RECTANGLE">
            <a:avLst>
              <a:gd name="adj" fmla="val 5263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Previous visit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Chair, desk, door, box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on desk (left side)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hazards detected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0" y="1920240"/>
            <a:ext cx="4846320" cy="3474720"/>
          </a:xfrm>
          <a:prstGeom prst="ROUNDED_RECTANGLE">
            <a:avLst>
              <a:gd name="adj" fmla="val 5263"/>
            </a:avLst>
          </a:prstGeom>
          <a:solidFill>
            <a:srgbClr val="E3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1031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5040" y="2651760"/>
            <a:ext cx="42976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objects + new hazard (bottle)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moved 1.2m right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Alert: new obstacle at door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natural-language voice query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9144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(voice):  </a:t>
            </a:r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did I leave the blue bottle?"
</a:t>
            </a:r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AeroGraph (voice):  </a:t>
            </a:r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blue bottle is on the table in the kitchen, 2 metres to your left.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560320" cy="2011680"/>
          </a:xfrm>
          <a:prstGeom prst="ROUNDED_RECTANGLE">
            <a:avLst>
              <a:gd name="adj" fmla="val 6818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capture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840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(Groq free tier)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291840" y="3200400"/>
            <a:ext cx="2560320" cy="2011680"/>
          </a:xfrm>
          <a:prstGeom prst="ROUNDED_RECTANGLE">
            <a:avLst>
              <a:gd name="adj" fmla="val 6818"/>
            </a:avLst>
          </a:prstGeom>
          <a:solidFill>
            <a:srgbClr val="F0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+ search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840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graph query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2560320" cy="2011680"/>
          </a:xfrm>
          <a:prstGeom prst="ROUNDED_RECTANGLE">
            <a:avLst>
              <a:gd name="adj" fmla="val 6818"/>
            </a:avLst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answer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840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API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Groq)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8961120" y="3200400"/>
            <a:ext cx="2560320" cy="2011680"/>
          </a:xfrm>
          <a:prstGeom prst="ROUNDED_RECTANGLE">
            <a:avLst>
              <a:gd name="adj" fmla="val 6818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TTS out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38404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SAPI5 English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pin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monitor — body-cam distress detection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2560320" cy="2926080"/>
          </a:xfrm>
          <a:prstGeom prst="ROUNDED_RECTANGLE">
            <a:avLst>
              <a:gd name="adj" fmla="val 5357"/>
            </a:avLst>
          </a:prstGeom>
          <a:solidFill>
            <a:srgbClr val="E8EEF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signals watch: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motion, tilt, brightness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560320" cy="2926080"/>
          </a:xfrm>
          <a:prstGeom prst="ROUNDED_RECTANGLE">
            <a:avLst>
              <a:gd name="adj" fmla="val 5357"/>
            </a:avLst>
          </a:prstGeom>
          <a:solidFill>
            <a:srgbClr val="FEF3C7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1031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voice prompt: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"Say I'm okay"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560320" cy="2926080"/>
          </a:xfrm>
          <a:prstGeom prst="ROUNDED_RECTANGLE">
            <a:avLst>
              <a:gd name="adj" fmla="val 5357"/>
            </a:avLst>
          </a:prstGeom>
          <a:solidFill>
            <a:srgbClr val="FEE2E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55080" y="21031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family via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WhatsApp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0" y="22860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098280" y="1280160"/>
            <a:ext cx="2560320" cy="2926080"/>
          </a:xfrm>
          <a:prstGeom prst="ROUNDED_RECTANGLE">
            <a:avLst>
              <a:gd name="adj" fmla="val 5357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235440" y="210312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60s pause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re-arming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orthogonal signals fused with debounce. "Was-moving-within-60s" guard prevents false alarms.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Multi-channel alerting — 3 tiers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280160" y="1463040"/>
            <a:ext cx="3200400" cy="3840480"/>
          </a:xfrm>
          <a:prstGeom prst="ROUNDED_RECTANGLE">
            <a:avLst>
              <a:gd name="adj" fmla="val 5714"/>
            </a:avLst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2606040" y="1920240"/>
            <a:ext cx="548640" cy="54864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2784348" y="2098548"/>
            <a:ext cx="192024" cy="19202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47442" y="2161642"/>
            <a:ext cx="65837" cy="65837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8016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worldwide.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sends text + voice note.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Configured: YES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3200400" cy="3840480"/>
          </a:xfrm>
          <a:prstGeom prst="ROUNDED_RECTANGLE">
            <a:avLst>
              <a:gd name="adj" fmla="val 5714"/>
            </a:avLst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263640" y="1920240"/>
            <a:ext cx="548640" cy="5486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1948" y="2098548"/>
            <a:ext cx="192024" cy="19202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5042" y="2161642"/>
            <a:ext cx="65837" cy="65837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2377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works in Tunisia.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Node bridge.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Configured: needs QR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0" y="1463040"/>
            <a:ext cx="3200400" cy="3840480"/>
          </a:xfrm>
          <a:prstGeom prst="ROUNDED_RECTANGLE">
            <a:avLst>
              <a:gd name="adj" fmla="val 5714"/>
            </a:avLst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9921240" y="1920240"/>
            <a:ext cx="548640" cy="5486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99548" y="2098548"/>
            <a:ext cx="192024" cy="192024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2642" y="2161642"/>
            <a:ext cx="65837" cy="65837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Tertiary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9536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Twilio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778240" y="2377440"/>
            <a:ext cx="28346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voice calls.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Env-guarded, dry-run by default.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Configured: NO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" y="320040"/>
            <a:ext cx="365760" cy="36576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347472" y="438912"/>
            <a:ext cx="128016" cy="128016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9534" y="480974"/>
            <a:ext cx="43891" cy="43891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30-second safety flow (verified)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1247120" cy="36576"/>
          </a:xfrm>
          <a:prstGeom prst="RECTANGLE">
            <a:avLst/>
          </a:prstGeom>
          <a:solidFill>
            <a:srgbClr val="22D3EE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572768"/>
            <a:ext cx="320040" cy="320040"/>
          </a:xfrm>
          <a:prstGeom prst="OVAL">
            <a:avLst/>
          </a:prstGeom>
          <a:solidFill>
            <a:srgbClr val="0A162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triggered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 signals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572768"/>
            <a:ext cx="320040" cy="320040"/>
          </a:xfrm>
          <a:prstGeom prst="OVAL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prompt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TTS: "Are you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okay?"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572768"/>
            <a:ext cx="320040" cy="320040"/>
          </a:xfrm>
          <a:prstGeom prst="OVAL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response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572768"/>
            <a:ext cx="320040" cy="32004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+31s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 sent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note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32720" y="1572768"/>
            <a:ext cx="320040" cy="32004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011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+32s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7840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sent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84080" y="28346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bridge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0" y="4114800"/>
            <a:ext cx="8503920" cy="1645920"/>
          </a:xfrm>
          <a:prstGeom prst="ROUNDED_RECTANGLE">
            <a:avLst>
              <a:gd name="adj" fmla="val 8333"/>
            </a:avLst>
          </a:prstGeom>
          <a:solidFill>
            <a:srgbClr val="E3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2103120" y="429768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incident from test run:  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inc_ebfb4714528b</a:t>
            </a:r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-&gt; 200 OK (text + voice note)       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-&gt; bridge offline (re-link after 24h)       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monitored -&gt; confirmed (30s) -&gt; escalated -&gt; cooldown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32120" y="1280160"/>
            <a:ext cx="1097280" cy="109728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888736" y="1636776"/>
            <a:ext cx="384048" cy="384048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14923" y="1762963"/>
            <a:ext cx="131674" cy="131674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828800" y="3657600"/>
            <a:ext cx="8503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$0 budget, CPU-only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 ban-risk WhatsApp bridge (real headless Chromium)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29-pass regression test suite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Accessible dashboard + voice-first UX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6217920"/>
            <a:ext cx="5760720" cy="36576"/>
          </a:xfrm>
          <a:prstGeom prst="RECTANGL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23560" y="1463040"/>
            <a:ext cx="914400" cy="914400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5920740" y="1760220"/>
            <a:ext cx="320040" cy="320040"/>
          </a:xfrm>
          <a:prstGeom prst="OVAL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025896" y="1865376"/>
            <a:ext cx="109728" cy="109728"/>
          </a:xfrm>
          <a:prstGeom prst="OVAL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Assistive Innovation Challenge 2026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@AnasAeroGraphbot  |  </a:t>
            </a:r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github.com/anomalyco/AeroGraph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5943600"/>
            <a:ext cx="3931920" cy="36576"/>
          </a:xfrm>
          <a:prstGeom prst="RECTANGLE">
            <a:avLst/>
          </a:prstGeom>
          <a:solidFill>
            <a:srgbClr val="22D3E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2026-07-30T12:21:14Z</dcterms:created>
  <dcterms:modified xsi:type="dcterms:W3CDTF">2026-07-30T12:21:14Z</dcterms:modified>
</cp:coreProperties>
</file>